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Cannibalization &amp; Demand Shift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 &amp; Business Insights</a:t>
            </a:r>
          </a:p>
          <a:p>
            <a:r>
              <a:t>Prepared by: Harish Chavan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analyzed 60,000 transaction records (Jan 2023 - Dec 2024) to evaluate the impact of launching Products 4 and 5 on our existing portfolio.</a:t>
            </a:r>
          </a:p>
          <a:p>
            <a:pPr lvl="1"/>
            <a:r>
              <a:t>Key Finding: The launch of Products 4 and 5 generated ₹88.3M in new revenue, but caused a 19% sales drop in our legacy flagship, Product 6.</a:t>
            </a:r>
          </a:p>
          <a:p>
            <a:pPr lvl="1"/>
            <a:r>
              <a:t>Net Impact: True portfolio growth is lower than raw revenue suggests due to internal demand shifting.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Cannibalization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6 experienced severe cannibalization after the new launches:</a:t>
            </a:r>
          </a:p>
          <a:p>
            <a:pPr lvl="1"/>
            <a:r>
              <a:t>Sales Volume Drop: Decreased by 19.3% in the post-launch period.</a:t>
            </a:r>
          </a:p>
          <a:p>
            <a:pPr lvl="1"/>
            <a:r>
              <a:t>Revenue Loss: Over ₹25M in revenue shifted away from Product 6.</a:t>
            </a:r>
          </a:p>
          <a:p>
            <a:pPr lvl="1"/>
            <a:r>
              <a:t>Customer Migration: 14.9% of loyal Product 6 buyers switched exclusively to Product 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protect legacy margins while growing market share:</a:t>
            </a:r>
          </a:p>
          <a:p>
            <a:pPr lvl="1"/>
            <a:r>
              <a:t>1. Geographic Repositioning: Push Product 4 in the West (where it performs best) and protect Product 6 in the North.</a:t>
            </a:r>
          </a:p>
          <a:p>
            <a:pPr lvl="1"/>
            <a:r>
              <a:t>2. Price Differentiation: Slightly increase the price of Product 4 to widen the gap with Product 6, reducing direct overlap.</a:t>
            </a:r>
          </a:p>
          <a:p>
            <a:pPr lvl="1"/>
            <a:r>
              <a:t>3. Targeted Promotions: Offer loyalty discounts for Product 6 to retain the 14.9% of migrating customers.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